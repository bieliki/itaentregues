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Robot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oboto-regular.fntdata"/><Relationship Id="rId21" Type="http://schemas.openxmlformats.org/officeDocument/2006/relationships/slide" Target="slides/slide16.xml"/><Relationship Id="rId24" Type="http://schemas.openxmlformats.org/officeDocument/2006/relationships/font" Target="fonts/Roboto-italic.fntdata"/><Relationship Id="rId23" Type="http://schemas.openxmlformats.org/officeDocument/2006/relationships/font" Target="fonts/Roboto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Robo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6388bf35d64b21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6388bf35d64b21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h2b4dd0bd9ec3d584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h2b4dd0bd9ec3d584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h986a849aef122bc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h986a849aef122bc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h986a849aef122bc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h986a849aef122bc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986a849aef122bc_1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986a849aef122bc_1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h986a849aef122bc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h986a849aef122bc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h986a849aef122bc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h986a849aef122bc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986a849aef122bc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h986a849aef122bc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h986a849aef122bc_1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h986a849aef122bc_1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986a849aef122bc_1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h986a849aef122bc_1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h986a849aef122bc_1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h986a849aef122bc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986a849aef122bc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h986a849aef122bc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h986a849aef122bc_1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h986a849aef122bc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h986a849aef122bc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h986a849aef122bc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986a849aef122bc_1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h986a849aef122bc_1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h34381801c2ead1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h34381801c2ead1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19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600"/>
            <a:ext cx="9144001" cy="513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900">
        <p:fade thruBlk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600"/>
            <a:ext cx="9143999" cy="513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7" name="Google Shape;8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5" name="Google Shape;11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2" name="Google Shape;12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981"/>
            <a:ext cx="9143999" cy="51375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9" name="Google Shape;12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6" name="Google Shape;13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981"/>
            <a:ext cx="9143999" cy="51375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0" name="Google Shape;15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7" name="Google Shape;15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546"/>
            <a:ext cx="9144001" cy="5136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