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388bf35d64b21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388bf35d64b21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2b4dd0bd9ec3d58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2b4dd0bd9ec3d58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986a849aef122b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986a849aef122b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986a849aef122bc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986a849aef122b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986a849aef122bc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986a849aef122bc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986a849aef122bc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986a849aef122bc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986a849aef122bc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986a849aef122bc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986a849aef122bc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986a849aef122bc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986a849aef122bc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986a849aef122b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986a849aef122bc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986a849aef122b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986a849aef122b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986a849aef122b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986a849aef122bc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986a849aef122bc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986a849aef122b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986a849aef122b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986a849aef122bc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986a849aef122bc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986a849aef122bc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986a849aef122bc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34381801c2ead1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34381801c2ead1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9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00"/>
            <a:ext cx="9144001" cy="513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900">
        <p:fade thruBlk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00"/>
            <a:ext cx="9143999" cy="51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1"/>
            <a:ext cx="9143999" cy="513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1"/>
            <a:ext cx="9143999" cy="513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"/>
            <a:ext cx="9144001" cy="513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